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400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8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548640"/>
            <a:ext cx="1005840" cy="100584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8288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Quantum-Safe
</a:t>
            </a:r>
            <a:pPr algn="ctr" indent="0" marL="0">
              <a:buNone/>
            </a:pPr>
            <a:r>
              <a:rPr lang="en-US" sz="4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Conferencing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8288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HD/4K video calls with NIST-approved post-quantum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cryptography, real-time AI captions &amp; translation.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011680" y="46634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PQC L5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011680" y="52120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NIST Security Level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06240" y="46634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10K+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206240" y="52120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Participants/Call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46634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99+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00800" y="52120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 STT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95360" y="46634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99.995%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595360" y="52120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SLA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371600" y="576072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0" y="5760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E2E Encrypted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383280" y="576072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0" y="5760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Zero-Knowledge SFU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394960" y="576072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0" y="5760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Captions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406640" y="576072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06640" y="5760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Air-Gap Ready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418320" y="576072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18320" y="5760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HSM Keys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411480" cy="41148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QS-VC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365760" y="868680"/>
            <a:ext cx="54864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2"/>
          <p:cNvSpPr/>
          <p:nvPr/>
        </p:nvSpPr>
        <p:spPr>
          <a:xfrm>
            <a:off x="10515600" y="6400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1051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Quantum Threat to Video Calls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65760" y="1691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Adversaries harvest encrypted call traffic today, waiting for quantum computers to break it.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377440"/>
            <a:ext cx="5303520" cy="3474720"/>
          </a:xfrm>
          <a:prstGeom prst="roundRect">
            <a:avLst>
              <a:gd name="adj" fmla="val 2632"/>
            </a:avLst>
          </a:prstGeom>
          <a:solidFill>
            <a:srgbClr val="0F1F3A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46888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Risk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788920"/>
            <a:ext cx="50292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RSA-2048 &amp; ECC vulnerable to Shor's algorithm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Quantum computers expected by 2030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Nation-states harvesting encrypted call traffic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calls contain the most sensitive discussions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broken, all recorded calls exposed forever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2377440"/>
            <a:ext cx="5669280" cy="3474720"/>
          </a:xfrm>
          <a:prstGeom prst="roundRect">
            <a:avLst>
              <a:gd name="adj" fmla="val 2632"/>
            </a:avLst>
          </a:prstGeom>
          <a:solidFill>
            <a:srgbClr val="0F1F3A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2468880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QS-VC Solution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72200" y="2788920"/>
            <a:ext cx="53949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Kyber-1024 + X25519 for every call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Dilithium-5 + Ed25519 for all signaling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E2EE media — SFU never sees plaintext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Crypto-agility: dual-layer protection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60-second media key rotation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411480" cy="41148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QS-VC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365760" y="868680"/>
            <a:ext cx="54864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2"/>
          <p:cNvSpPr/>
          <p:nvPr/>
        </p:nvSpPr>
        <p:spPr>
          <a:xfrm>
            <a:off x="10515600" y="6400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1051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Conferencing Features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65760" y="19202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0116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HD/4K Video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37744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VP9/AV1, Simulcast+SVC, up to 4K@30fps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06240" y="19202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43400" y="20116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Crystal Audio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43400" y="237744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Opus 48kHz stereo, AI noise suppression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46720" y="19202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3880" y="20116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 Sharing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83880" y="237744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Full-screen, annotation, remote control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40233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11480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Whiteboard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" y="448056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CRDT collaborative canvas, real-time sync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206240" y="40233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43400" y="411480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343400" y="448056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Cloud/on-prem, MP4, encrypted at rest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46720" y="40233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11480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Streaming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183880" y="448056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RTMP→HLS/DASH, 100K+ broadcast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5760" y="557784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" y="562356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Camera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5488" y="5870448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Auto-framing, person tracking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46120" y="557784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55848" y="562356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Tools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355848" y="5870448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Breakout rooms, polls, lobby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126480" y="557784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36208" y="562356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SIP/H.323 Interop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236208" y="5870448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Legacy rooms, PSTN dial-in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006840" y="557784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16568" y="562356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Multi-Platform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116568" y="5870448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Web, Desktop, iOS, Android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411480" cy="41148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QS-VC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365760" y="868680"/>
            <a:ext cx="54864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2"/>
          <p:cNvSpPr/>
          <p:nvPr/>
        </p:nvSpPr>
        <p:spPr>
          <a:xfrm>
            <a:off x="10515600" y="6400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1051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Meeting Intelligence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65760" y="169164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Pipeline (&lt;300ms)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1031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2402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5603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Opus 48kHz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331720" y="242316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51760" y="21031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51760" y="22402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Denoise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651760" y="25603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RNNoise+U-Net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17720" y="242316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937760" y="21031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22402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Transcribe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37760" y="25603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Whisper 99+ langs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903720" y="242316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223760" y="21031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23760" y="22402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223760" y="25603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NLLB-200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189720" y="242316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509760" y="21031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509760" y="22402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509760" y="25603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captions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356616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Post-Meeting AI (Async)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65760" y="39319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40690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65760" y="4389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Speaker diarization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331720" y="425196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2651760" y="39319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651760" y="40690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651760" y="4389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identification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617720" y="425196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937760" y="39319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37760" y="40690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937760" y="4389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LLaMA 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903720" y="425196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223760" y="39319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223760" y="40690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223760" y="4389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Tasks+Deadlines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9189720" y="4251960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9509760" y="39319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509760" y="40690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9509760" y="4389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65760" y="53949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2920" y="54406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Cloning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502920" y="57607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Voice-preserving translation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206240" y="53949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343400" y="54406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Indian Langs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4343400" y="57607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scheduled languages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8046720" y="53949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183880" y="54406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Search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8183880" y="57607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across transcripts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411480" cy="41148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QS-VC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365760" y="868680"/>
            <a:ext cx="54864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2"/>
          <p:cNvSpPr/>
          <p:nvPr/>
        </p:nvSpPr>
        <p:spPr>
          <a:xfrm>
            <a:off x="10515600" y="6400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1051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Quantum-Safe Security Architecture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65760" y="1691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layer of the media pipeline is protected with PQC.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194560"/>
            <a:ext cx="11338560" cy="731520"/>
          </a:xfrm>
          <a:prstGeom prst="roundRect">
            <a:avLst>
              <a:gd name="adj" fmla="val 10000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322576"/>
            <a:ext cx="438912" cy="43891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3225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2267712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Signaling (Quantum-TLS)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2542032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Kyber-1024+X25519, Dilithium-5+Ed25519, TLS 1.3+PQC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" y="3063240"/>
            <a:ext cx="11338560" cy="731520"/>
          </a:xfrm>
          <a:prstGeom prst="roundRect">
            <a:avLst>
              <a:gd name="adj" fmla="val 10000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191256"/>
            <a:ext cx="438912" cy="43891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88720" y="3136392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E2EE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88720" y="3410712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SFrame via Insertable Streams, per-participant Kyber keys, AES-256-GCM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65760" y="3931920"/>
            <a:ext cx="11338560" cy="731520"/>
          </a:xfrm>
          <a:prstGeom prst="roundRect">
            <a:avLst>
              <a:gd name="adj" fmla="val 10000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4059936"/>
            <a:ext cx="438912" cy="43891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599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88720" y="4005072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Management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88720" y="4279392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HSM-backed (Shamir 5-of-8), 60s media key rotation, hourly TURN rotation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65760" y="4800600"/>
            <a:ext cx="11338560" cy="731520"/>
          </a:xfrm>
          <a:prstGeom prst="roundRect">
            <a:avLst>
              <a:gd name="adj" fmla="val 10000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4928616"/>
            <a:ext cx="438912" cy="43891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49286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88720" y="4873752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Recording Encryption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88720" y="5148072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Kyber-wrapped DEK, encrypted MinIO/S3, tamper-proof metadata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65760" y="5669280"/>
            <a:ext cx="11338560" cy="731520"/>
          </a:xfrm>
          <a:prstGeom prst="roundRect">
            <a:avLst>
              <a:gd name="adj" fmla="val 10000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" y="5797296"/>
            <a:ext cx="438912" cy="43891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5797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88720" y="5742432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188720" y="6016752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Merkle-tree hash chains, Dilithium-signed entries, configurable retention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371600" y="640080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371600" y="64008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NIST PQC Level 5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931920" y="640080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931920" y="64008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HSM-Backed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6492240" y="640080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92240" y="64008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60s Key Rotation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052560" y="640080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52560" y="64008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Zero-Knowledge SFU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411480" cy="41148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QS-VC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365760" y="868680"/>
            <a:ext cx="54864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2"/>
          <p:cNvSpPr/>
          <p:nvPr/>
        </p:nvSpPr>
        <p:spPr>
          <a:xfrm>
            <a:off x="10515600" y="6400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1051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&amp; Scalability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65760" y="173736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82880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Cloud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148840"/>
            <a:ext cx="32918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Kubernetes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Auto-scaling SFU pools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Region-selectable residency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Zero-downtime updates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06240" y="173736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0F1F3A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43400" y="182880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On-Premise (Air-Gapped)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43400" y="2148840"/>
            <a:ext cx="32918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on-site, zero internet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HSM key management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AI (NVIDIA A10)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4-8 hour automated install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46720" y="173736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3880" y="182880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83880" y="2148840"/>
            <a:ext cx="32918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media+cloud control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stays local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72hr offline grace</a:t>
            </a:r>
            <a:endParaRPr lang="en-US" sz="11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1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state sync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371600" y="47548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99.995%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371600" y="52120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SLA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31920" y="47548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&lt;3s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931920" y="52120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Time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92240" y="47548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&lt;150ms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492240" y="52120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Latency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052560" y="47548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&lt;2s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052560" y="52120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Failover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14400" y="576072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5760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1-49: Single SFU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566160" y="576072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66160" y="5760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50-500: SFU Cascade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217920" y="576072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17920" y="5760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500-10K: Webinar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8869680" y="5760720"/>
            <a:ext cx="2468880" cy="292608"/>
          </a:xfrm>
          <a:prstGeom prst="roundRect">
            <a:avLst>
              <a:gd name="adj" fmla="val 15625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869680" y="5760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10K-100K: Broadcast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411480" cy="41148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QS-VC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365760" y="868680"/>
            <a:ext cx="54864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2"/>
          <p:cNvSpPr/>
          <p:nvPr/>
        </p:nvSpPr>
        <p:spPr>
          <a:xfrm>
            <a:off x="10515600" y="6400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1051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Your Plan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65760" y="20116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10312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65760" y="246888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| Per-user/month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92608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300 participants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HD 1080p video &amp; audio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 sharing &amp; recording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captions (English)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noise suppression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SSO (SAML 2.0 / OIDC)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support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06240" y="20116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0F1F3A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0" y="210312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206240" y="246888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SaaS/Hybrid | Custom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480560" y="292608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10,000 participants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4K video + live streaming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99+ language STT &amp; translation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Quantum-safe E2EE (PQC)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Summarization &amp; actions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SIP/H.323 gateway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 support + CSM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46720" y="20116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0" y="210312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Sovereign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046720" y="246888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On-Premise | Perpetual+AMC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321040" y="292608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Air-gapped deployment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HSM key management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AI (local GPU)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data sovereignty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branding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LDAP/Active Directory</a:t>
            </a:r>
            <a:endParaRPr lang="en-US" sz="105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05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On-site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411480" cy="41148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QS-VC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515600" y="6400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8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97280"/>
            <a:ext cx="822960" cy="822960"/>
          </a:xfrm>
          <a:prstGeom prst="ellipse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Calls Today.
</a:t>
            </a:r>
            <a:pPr algn="ctr" indent="0" marL="0">
              <a:buNone/>
            </a:pPr>
            <a:r>
              <a:rPr lang="en-US" sz="38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Quantum-Safe Tomorrow.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2286000" y="3566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a demo and experience quantum-safe video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conferencing — HD/4K with post-quantum encryption.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00400" y="4480560"/>
            <a:ext cx="5486400" cy="1645920"/>
          </a:xfrm>
          <a:prstGeom prst="roundRect">
            <a:avLst>
              <a:gd name="adj" fmla="val 8333"/>
            </a:avLst>
          </a:prstGeom>
          <a:solidFill>
            <a:srgbClr val="0F1F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0" y="45720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Started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200400" y="49834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www.qsvc.io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00400" y="5239512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sales@qsvc.io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200400" y="5495544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+91-XXXX-XXXXXX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00400" y="5751576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Bengaluru, India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8288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4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2025 QS-VC Technologies Pvt. Ltd. — All Rights Reserved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QS-VC — Quantum-Safe Video Conferencing</dc:title>
  <dc:subject>PptxGenJS Presentation</dc:subject>
  <dc:creator>QS-VC Technologies</dc:creator>
  <cp:lastModifiedBy>QS-VC Technologies</cp:lastModifiedBy>
  <cp:revision>1</cp:revision>
  <dcterms:created xsi:type="dcterms:W3CDTF">2026-03-24T17:39:39Z</dcterms:created>
  <dcterms:modified xsi:type="dcterms:W3CDTF">2026-03-24T17:39:39Z</dcterms:modified>
</cp:coreProperties>
</file>